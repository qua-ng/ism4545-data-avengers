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5_0.xml" ContentType="application/vnd.ms-powerpoint.comments+xml"/>
  <Override PartName="/ppt/notesSlides/notesSlide8.xml" ContentType="application/vnd.openxmlformats-officedocument.presentationml.notesSlide+xml"/>
  <Override PartName="/ppt/comments/modernComment_11F_0.xml" ContentType="application/vnd.ms-powerpoint.comment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10A_0.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omments/modernComment_121_0.xml" ContentType="application/vnd.ms-powerpoint.comment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omments/modernComment_110_0.xml" ContentType="application/vnd.ms-powerpoint.comments+xml"/>
  <Override PartName="/ppt/notesSlides/notesSlide28.xml" ContentType="application/vnd.openxmlformats-officedocument.presentationml.notesSlide+xml"/>
  <Override PartName="/ppt/comments/modernComment_124_0.xml" ContentType="application/vnd.ms-powerpoint.comments+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96" r:id="rId5"/>
    <p:sldId id="259" r:id="rId6"/>
    <p:sldId id="260" r:id="rId7"/>
    <p:sldId id="261" r:id="rId8"/>
    <p:sldId id="287" r:id="rId9"/>
    <p:sldId id="263" r:id="rId10"/>
    <p:sldId id="264" r:id="rId11"/>
    <p:sldId id="280" r:id="rId12"/>
    <p:sldId id="282" r:id="rId13"/>
    <p:sldId id="284" r:id="rId14"/>
    <p:sldId id="285" r:id="rId15"/>
    <p:sldId id="286" r:id="rId16"/>
    <p:sldId id="266" r:id="rId17"/>
    <p:sldId id="295" r:id="rId18"/>
    <p:sldId id="267" r:id="rId19"/>
    <p:sldId id="268" r:id="rId20"/>
    <p:sldId id="288" r:id="rId21"/>
    <p:sldId id="269" r:id="rId22"/>
    <p:sldId id="289" r:id="rId23"/>
    <p:sldId id="270" r:id="rId24"/>
    <p:sldId id="290" r:id="rId25"/>
    <p:sldId id="291" r:id="rId26"/>
    <p:sldId id="271" r:id="rId27"/>
    <p:sldId id="272" r:id="rId28"/>
    <p:sldId id="292" r:id="rId29"/>
    <p:sldId id="273" r:id="rId30"/>
    <p:sldId id="274" r:id="rId31"/>
    <p:sldId id="275" r:id="rId32"/>
    <p:sldId id="294" r:id="rId33"/>
    <p:sldId id="276"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46" dt="2026-05-04T18:16:10.8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534"/>
    <p:restoredTop sz="79009"/>
  </p:normalViewPr>
  <p:slideViewPr>
    <p:cSldViewPr snapToGrid="0" snapToObjects="1">
      <p:cViewPr varScale="1">
        <p:scale>
          <a:sx n="92" d="100"/>
          <a:sy n="92" d="100"/>
        </p:scale>
        <p:origin x="5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sldOrd">
      <pc:chgData name="Helen Nguyen" userId="1112739b-77dc-448a-8744-257d55cee90b" providerId="ADAL" clId="{194E4A13-58D5-5498-AEFF-E6FC041D81F5}" dt="2026-05-04T18:44:28.292" v="317" actId="20577"/>
      <pc:docMkLst>
        <pc:docMk/>
      </pc:docMkLst>
      <pc:sldChg chg="addSp delSp modSp mod">
        <pc:chgData name="Helen Nguyen" userId="1112739b-77dc-448a-8744-257d55cee90b" providerId="ADAL" clId="{194E4A13-58D5-5498-AEFF-E6FC041D81F5}" dt="2026-05-04T15:06:04.594" v="182" actId="20577"/>
        <pc:sldMkLst>
          <pc:docMk/>
          <pc:sldMk cId="0" sldId="257"/>
        </pc:sldMkLst>
        <pc:spChg chg="mod">
          <ac:chgData name="Helen Nguyen" userId="1112739b-77dc-448a-8744-257d55cee90b" providerId="ADAL" clId="{194E4A13-58D5-5498-AEFF-E6FC041D81F5}" dt="2026-05-04T15:03:07.009" v="160" actId="207"/>
          <ac:spMkLst>
            <pc:docMk/>
            <pc:sldMk cId="0" sldId="257"/>
            <ac:spMk id="14" creationId="{00000000-0000-0000-0000-000000000000}"/>
          </ac:spMkLst>
        </pc:spChg>
        <pc:spChg chg="mod">
          <ac:chgData name="Helen Nguyen" userId="1112739b-77dc-448a-8744-257d55cee90b" providerId="ADAL" clId="{194E4A13-58D5-5498-AEFF-E6FC041D81F5}" dt="2026-05-04T15:03:12.270" v="161" actId="20577"/>
          <ac:spMkLst>
            <pc:docMk/>
            <pc:sldMk cId="0" sldId="257"/>
            <ac:spMk id="15" creationId="{00000000-0000-0000-0000-000000000000}"/>
          </ac:spMkLst>
        </pc:spChg>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4T15:04:18.384" v="163" actId="207"/>
          <ac:spMkLst>
            <pc:docMk/>
            <pc:sldMk cId="0" sldId="257"/>
            <ac:spMk id="24" creationId="{00000000-0000-0000-0000-000000000000}"/>
          </ac:spMkLst>
        </pc:spChg>
        <pc:spChg chg="mod">
          <ac:chgData name="Helen Nguyen" userId="1112739b-77dc-448a-8744-257d55cee90b" providerId="ADAL" clId="{194E4A13-58D5-5498-AEFF-E6FC041D81F5}" dt="2026-05-04T15:04:22.377" v="164" actId="20577"/>
          <ac:spMkLst>
            <pc:docMk/>
            <pc:sldMk cId="0" sldId="257"/>
            <ac:spMk id="25"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4T15:05:59.412" v="181" actId="207"/>
          <ac:spMkLst>
            <pc:docMk/>
            <pc:sldMk cId="0" sldId="257"/>
            <ac:spMk id="29" creationId="{00000000-0000-0000-0000-000000000000}"/>
          </ac:spMkLst>
        </pc:spChg>
        <pc:spChg chg="mod">
          <ac:chgData name="Helen Nguyen" userId="1112739b-77dc-448a-8744-257d55cee90b" providerId="ADAL" clId="{194E4A13-58D5-5498-AEFF-E6FC041D81F5}" dt="2026-05-04T15:06:04.594" v="182" actId="20577"/>
          <ac:spMkLst>
            <pc:docMk/>
            <pc:sldMk cId="0" sldId="257"/>
            <ac:spMk id="30"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4T15:05:35.712" v="179" actId="207"/>
          <ac:spMkLst>
            <pc:docMk/>
            <pc:sldMk cId="0" sldId="257"/>
            <ac:spMk id="34" creationId="{00000000-0000-0000-0000-000000000000}"/>
          </ac:spMkLst>
        </pc:spChg>
        <pc:spChg chg="del mod modCrop">
          <ac:chgData name="Helen Nguyen" userId="1112739b-77dc-448a-8744-257d55cee90b" providerId="ADAL" clId="{194E4A13-58D5-5498-AEFF-E6FC041D81F5}" dt="2026-05-04T15:05:28.600" v="177" actId="21"/>
          <ac:spMkLst>
            <pc:docMk/>
            <pc:sldMk cId="0" sldId="257"/>
            <ac:spMk id="35"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picChg chg="add del mod">
          <ac:chgData name="Helen Nguyen" userId="1112739b-77dc-448a-8744-257d55cee90b" providerId="ADAL" clId="{194E4A13-58D5-5498-AEFF-E6FC041D81F5}" dt="2026-05-04T15:00:05.277" v="148" actId="21"/>
          <ac:picMkLst>
            <pc:docMk/>
            <pc:sldMk cId="0" sldId="257"/>
            <ac:picMk id="40" creationId="{EFDC6386-FF97-B524-CBBC-1C2E35EB13F4}"/>
          </ac:picMkLst>
        </pc:picChg>
        <pc:picChg chg="add del mod">
          <ac:chgData name="Helen Nguyen" userId="1112739b-77dc-448a-8744-257d55cee90b" providerId="ADAL" clId="{194E4A13-58D5-5498-AEFF-E6FC041D81F5}" dt="2026-05-04T15:00:21.670" v="158" actId="21"/>
          <ac:picMkLst>
            <pc:docMk/>
            <pc:sldMk cId="0" sldId="257"/>
            <ac:picMk id="41" creationId="{35579BD6-D0D0-6E45-FFDB-D92B6B40F17E}"/>
          </ac:picMkLst>
        </pc:picChg>
        <pc:picChg chg="add mod">
          <ac:chgData name="Helen Nguyen" userId="1112739b-77dc-448a-8744-257d55cee90b" providerId="ADAL" clId="{194E4A13-58D5-5498-AEFF-E6FC041D81F5}" dt="2026-05-04T15:00:18.532" v="155" actId="1076"/>
          <ac:picMkLst>
            <pc:docMk/>
            <pc:sldMk cId="0" sldId="257"/>
            <ac:picMk id="42" creationId="{3E67B904-6F6B-105B-2658-E3EE2F8EA5F9}"/>
          </ac:picMkLst>
        </pc:picChg>
      </pc:sldChg>
      <pc:sldChg chg="delSp modSp mod">
        <pc:chgData name="Helen Nguyen" userId="1112739b-77dc-448a-8744-257d55cee90b" providerId="ADAL" clId="{194E4A13-58D5-5498-AEFF-E6FC041D81F5}" dt="2026-05-04T18:44:28.292" v="317" actId="20577"/>
        <pc:sldMkLst>
          <pc:docMk/>
          <pc:sldMk cId="0" sldId="258"/>
        </pc:sldMkLst>
        <pc:spChg chg="mod">
          <ac:chgData name="Helen Nguyen" userId="1112739b-77dc-448a-8744-257d55cee90b" providerId="ADAL" clId="{194E4A13-58D5-5498-AEFF-E6FC041D81F5}" dt="2026-05-04T18:44:28.292" v="317" actId="20577"/>
          <ac:spMkLst>
            <pc:docMk/>
            <pc:sldMk cId="0" sldId="258"/>
            <ac:spMk id="23" creationId="{00000000-0000-0000-0000-000000000000}"/>
          </ac:spMkLst>
        </pc:spChg>
        <pc:spChg chg="del">
          <ac:chgData name="Helen Nguyen" userId="1112739b-77dc-448a-8744-257d55cee90b" providerId="ADAL" clId="{194E4A13-58D5-5498-AEFF-E6FC041D81F5}" dt="2026-05-04T15:06:29.844" v="185" actId="478"/>
          <ac:spMkLst>
            <pc:docMk/>
            <pc:sldMk cId="0" sldId="258"/>
            <ac:spMk id="30" creationId="{00000000-0000-0000-0000-000000000000}"/>
          </ac:spMkLst>
        </pc:spChg>
      </pc:sldChg>
      <pc:sldChg chg="modSp mod modNotesTx">
        <pc:chgData name="Helen Nguyen" userId="1112739b-77dc-448a-8744-257d55cee90b" providerId="ADAL" clId="{194E4A13-58D5-5498-AEFF-E6FC041D81F5}" dt="2026-05-04T16:19:54.707" v="209" actId="20577"/>
        <pc:sldMkLst>
          <pc:docMk/>
          <pc:sldMk cId="0" sldId="260"/>
        </pc:sldMkLst>
        <pc:spChg chg="mod">
          <ac:chgData name="Helen Nguyen" userId="1112739b-77dc-448a-8744-257d55cee90b" providerId="ADAL" clId="{194E4A13-58D5-5498-AEFF-E6FC041D81F5}" dt="2026-05-04T15:06:23.073" v="184" actId="20577"/>
          <ac:spMkLst>
            <pc:docMk/>
            <pc:sldMk cId="0" sldId="260"/>
            <ac:spMk id="38" creationId="{00000000-0000-0000-0000-000000000000}"/>
          </ac:spMkLst>
        </pc:spChg>
      </pc:sldChg>
      <pc:sldChg chg="modSp mod">
        <pc:chgData name="Helen Nguyen" userId="1112739b-77dc-448a-8744-257d55cee90b" providerId="ADAL" clId="{194E4A13-58D5-5498-AEFF-E6FC041D81F5}" dt="2026-05-04T15:06:38.107" v="186" actId="20577"/>
        <pc:sldMkLst>
          <pc:docMk/>
          <pc:sldMk cId="0" sldId="264"/>
        </pc:sldMkLst>
        <pc:spChg chg="mod">
          <ac:chgData name="Helen Nguyen" userId="1112739b-77dc-448a-8744-257d55cee90b" providerId="ADAL" clId="{194E4A13-58D5-5498-AEFF-E6FC041D81F5}" dt="2026-05-04T15:06:38.107" v="186" actId="20577"/>
          <ac:spMkLst>
            <pc:docMk/>
            <pc:sldMk cId="0" sldId="264"/>
            <ac:spMk id="39" creationId="{00000000-0000-0000-0000-000000000000}"/>
          </ac:spMkLst>
        </pc:spChg>
      </pc:sldChg>
      <pc:sldChg chg="addSp delSp modSp mod">
        <pc:chgData name="Helen Nguyen" userId="1112739b-77dc-448a-8744-257d55cee90b" providerId="ADAL" clId="{194E4A13-58D5-5498-AEFF-E6FC041D81F5}" dt="2026-05-04T18:24:30.490" v="248" actId="20577"/>
        <pc:sldMkLst>
          <pc:docMk/>
          <pc:sldMk cId="0" sldId="266"/>
        </pc:sldMkLst>
        <pc:spChg chg="mod">
          <ac:chgData name="Helen Nguyen" userId="1112739b-77dc-448a-8744-257d55cee90b" providerId="ADAL" clId="{194E4A13-58D5-5498-AEFF-E6FC041D81F5}" dt="2026-05-04T18:24:30.490" v="248" actId="20577"/>
          <ac:spMkLst>
            <pc:docMk/>
            <pc:sldMk cId="0" sldId="266"/>
            <ac:spMk id="10" creationId="{00000000-0000-0000-0000-000000000000}"/>
          </ac:spMkLst>
        </pc:spChg>
        <pc:spChg chg="mod">
          <ac:chgData name="Helen Nguyen" userId="1112739b-77dc-448a-8744-257d55cee90b" providerId="ADAL" clId="{194E4A13-58D5-5498-AEFF-E6FC041D81F5}" dt="2026-05-04T15:06:53.105" v="189" actId="20577"/>
          <ac:spMkLst>
            <pc:docMk/>
            <pc:sldMk cId="0" sldId="266"/>
            <ac:spMk id="36" creationId="{00000000-0000-0000-0000-000000000000}"/>
          </ac:spMkLst>
        </pc:sp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modNotesTx">
        <pc:chgData name="Helen Nguyen" userId="1112739b-77dc-448a-8744-257d55cee90b" providerId="ADAL" clId="{194E4A13-58D5-5498-AEFF-E6FC041D81F5}" dt="2026-05-04T16:05:01.494" v="208" actId="20577"/>
        <pc:sldMkLst>
          <pc:docMk/>
          <pc:sldMk cId="0" sldId="274"/>
        </pc:sldMkLst>
      </pc:sldChg>
      <pc:sldChg chg="delSp modSp mod modNotesTx">
        <pc:chgData name="Helen Nguyen" userId="1112739b-77dc-448a-8744-257d55cee90b" providerId="ADAL" clId="{194E4A13-58D5-5498-AEFF-E6FC041D81F5}" dt="2026-05-04T18:28:48.609" v="254" actId="20577"/>
        <pc:sldMkLst>
          <pc:docMk/>
          <pc:sldMk cId="0" sldId="275"/>
        </pc:sldMkLst>
        <pc:spChg chg="mod">
          <ac:chgData name="Helen Nguyen" userId="1112739b-77dc-448a-8744-257d55cee90b" providerId="ADAL" clId="{194E4A13-58D5-5498-AEFF-E6FC041D81F5}" dt="2026-05-04T18:13:40.514" v="214" actId="20577"/>
          <ac:spMkLst>
            <pc:docMk/>
            <pc:sldMk cId="0" sldId="275"/>
            <ac:spMk id="15" creationId="{00000000-0000-0000-0000-000000000000}"/>
          </ac:spMkLst>
        </pc:spChg>
        <pc:spChg chg="mod">
          <ac:chgData name="Helen Nguyen" userId="1112739b-77dc-448a-8744-257d55cee90b" providerId="ADAL" clId="{194E4A13-58D5-5498-AEFF-E6FC041D81F5}" dt="2026-05-04T18:13:55.677" v="226" actId="20577"/>
          <ac:spMkLst>
            <pc:docMk/>
            <pc:sldMk cId="0" sldId="275"/>
            <ac:spMk id="20" creationId="{00000000-0000-0000-0000-000000000000}"/>
          </ac:spMkLst>
        </pc:spChg>
        <pc:spChg chg="mod">
          <ac:chgData name="Helen Nguyen" userId="1112739b-77dc-448a-8744-257d55cee90b" providerId="ADAL" clId="{194E4A13-58D5-5498-AEFF-E6FC041D81F5}" dt="2026-05-04T18:14:00.928" v="232" actId="20577"/>
          <ac:spMkLst>
            <pc:docMk/>
            <pc:sldMk cId="0" sldId="275"/>
            <ac:spMk id="25" creationId="{00000000-0000-0000-0000-000000000000}"/>
          </ac:spMkLst>
        </pc:spChg>
        <pc:spChg chg="del">
          <ac:chgData name="Helen Nguyen" userId="1112739b-77dc-448a-8744-257d55cee90b" providerId="ADAL" clId="{194E4A13-58D5-5498-AEFF-E6FC041D81F5}" dt="2026-05-04T15:07:23.316" v="198" actId="478"/>
          <ac:spMkLst>
            <pc:docMk/>
            <pc:sldMk cId="0" sldId="275"/>
            <ac:spMk id="30" creationId="{00000000-0000-0000-0000-000000000000}"/>
          </ac:spMkLst>
        </pc:spChg>
      </pc:sldChg>
      <pc:sldChg chg="addSp delSp modSp add mod">
        <pc:chgData name="Helen Nguyen" userId="1112739b-77dc-448a-8744-257d55cee90b" providerId="ADAL" clId="{194E4A13-58D5-5498-AEFF-E6FC041D81F5}" dt="2026-05-04T15:06:44.909" v="187" actId="20577"/>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pChg chg="mod">
          <ac:chgData name="Helen Nguyen" userId="1112739b-77dc-448a-8744-257d55cee90b" providerId="ADAL" clId="{194E4A13-58D5-5498-AEFF-E6FC041D81F5}" dt="2026-05-04T15:06:44.909" v="187" actId="20577"/>
          <ac:spMkLst>
            <pc:docMk/>
            <pc:sldMk cId="0" sldId="280"/>
            <ac:spMk id="61" creationId="{00000000-0000-0000-0000-000000000000}"/>
          </ac:spMkLst>
        </pc:spChg>
      </pc:sldChg>
      <pc:sldChg chg="add mod modShow">
        <pc:chgData name="Helen Nguyen" userId="1112739b-77dc-448a-8744-257d55cee90b" providerId="ADAL" clId="{194E4A13-58D5-5498-AEFF-E6FC041D81F5}" dt="2026-05-04T14:42:27.158" v="141" actId="729"/>
        <pc:sldMkLst>
          <pc:docMk/>
          <pc:sldMk cId="0" sldId="282"/>
        </pc:sldMkLst>
      </pc:sldChg>
      <pc:sldChg chg="add mod modShow">
        <pc:chgData name="Helen Nguyen" userId="1112739b-77dc-448a-8744-257d55cee90b" providerId="ADAL" clId="{194E4A13-58D5-5498-AEFF-E6FC041D81F5}" dt="2026-05-04T14:41:21.562" v="139" actId="729"/>
        <pc:sldMkLst>
          <pc:docMk/>
          <pc:sldMk cId="0" sldId="284"/>
        </pc:sldMkLst>
      </pc:sldChg>
      <pc:sldChg chg="modSp add mod">
        <pc:chgData name="Helen Nguyen" userId="1112739b-77dc-448a-8744-257d55cee90b" providerId="ADAL" clId="{194E4A13-58D5-5498-AEFF-E6FC041D81F5}" dt="2026-05-04T15:06:48.669" v="188" actId="20577"/>
        <pc:sldMkLst>
          <pc:docMk/>
          <pc:sldMk cId="0" sldId="285"/>
        </pc:sldMkLst>
        <pc:spChg chg="mod">
          <ac:chgData name="Helen Nguyen" userId="1112739b-77dc-448a-8744-257d55cee90b" providerId="ADAL" clId="{194E4A13-58D5-5498-AEFF-E6FC041D81F5}" dt="2026-05-04T15:06:48.669" v="188" actId="20577"/>
          <ac:spMkLst>
            <pc:docMk/>
            <pc:sldMk cId="0" sldId="285"/>
            <ac:spMk id="44" creationId="{00000000-0000-0000-0000-000000000000}"/>
          </ac:spMkLst>
        </pc:spChg>
      </pc:sldChg>
      <pc:sldChg chg="add del mod setBg modShow">
        <pc:chgData name="Helen Nguyen" userId="1112739b-77dc-448a-8744-257d55cee90b" providerId="ADAL" clId="{194E4A13-58D5-5498-AEFF-E6FC041D81F5}" dt="2026-05-04T14:41:36.689" v="140" actId="729"/>
        <pc:sldMkLst>
          <pc:docMk/>
          <pc:sldMk cId="0" sldId="286"/>
        </pc:sldMkLst>
      </pc:sldChg>
      <pc:sldChg chg="modSp add mod">
        <pc:chgData name="Helen Nguyen" userId="1112739b-77dc-448a-8744-257d55cee90b" providerId="ADAL" clId="{194E4A13-58D5-5498-AEFF-E6FC041D81F5}" dt="2026-05-04T15:06:17.927" v="183" actId="20577"/>
        <pc:sldMkLst>
          <pc:docMk/>
          <pc:sldMk cId="0" sldId="287"/>
        </pc:sldMkLst>
        <pc:spChg chg="mod">
          <ac:chgData name="Helen Nguyen" userId="1112739b-77dc-448a-8744-257d55cee90b" providerId="ADAL" clId="{194E4A13-58D5-5498-AEFF-E6FC041D81F5}" dt="2026-05-04T15:06:17.927" v="183" actId="20577"/>
          <ac:spMkLst>
            <pc:docMk/>
            <pc:sldMk cId="0" sldId="287"/>
            <ac:spMk id="33" creationId="{00000000-0000-0000-0000-000000000000}"/>
          </ac:spMkLst>
        </pc:spChg>
      </pc:sldChg>
      <pc:sldChg chg="delSp modSp add mod">
        <pc:chgData name="Helen Nguyen" userId="1112739b-77dc-448a-8744-257d55cee90b" providerId="ADAL" clId="{194E4A13-58D5-5498-AEFF-E6FC041D81F5}" dt="2026-05-04T18:40:40.654" v="281" actId="20577"/>
        <pc:sldMkLst>
          <pc:docMk/>
          <pc:sldMk cId="0" sldId="288"/>
        </pc:sldMkLst>
        <pc:spChg chg="mod">
          <ac:chgData name="Helen Nguyen" userId="1112739b-77dc-448a-8744-257d55cee90b" providerId="ADAL" clId="{194E4A13-58D5-5498-AEFF-E6FC041D81F5}" dt="2026-05-04T18:37:23.693" v="258" actId="20577"/>
          <ac:spMkLst>
            <pc:docMk/>
            <pc:sldMk cId="0" sldId="288"/>
            <ac:spMk id="9" creationId="{00000000-0000-0000-0000-000000000000}"/>
          </ac:spMkLst>
        </pc:spChg>
        <pc:spChg chg="mod">
          <ac:chgData name="Helen Nguyen" userId="1112739b-77dc-448a-8744-257d55cee90b" providerId="ADAL" clId="{194E4A13-58D5-5498-AEFF-E6FC041D81F5}" dt="2026-05-04T18:40:40.654" v="281" actId="20577"/>
          <ac:spMkLst>
            <pc:docMk/>
            <pc:sldMk cId="0" sldId="288"/>
            <ac:spMk id="29" creationId="{00000000-0000-0000-0000-000000000000}"/>
          </ac:spMkLst>
        </pc:spChg>
        <pc:spChg chg="mod">
          <ac:chgData name="Helen Nguyen" userId="1112739b-77dc-448a-8744-257d55cee90b" providerId="ADAL" clId="{194E4A13-58D5-5498-AEFF-E6FC041D81F5}" dt="2026-05-04T18:40:32.043" v="273" actId="20577"/>
          <ac:spMkLst>
            <pc:docMk/>
            <pc:sldMk cId="0" sldId="288"/>
            <ac:spMk id="35" creationId="{00000000-0000-0000-0000-000000000000}"/>
          </ac:spMkLst>
        </pc:spChg>
        <pc:spChg chg="del">
          <ac:chgData name="Helen Nguyen" userId="1112739b-77dc-448a-8744-257d55cee90b" providerId="ADAL" clId="{194E4A13-58D5-5498-AEFF-E6FC041D81F5}" dt="2026-05-04T15:07:04.255" v="193" actId="478"/>
          <ac:spMkLst>
            <pc:docMk/>
            <pc:sldMk cId="0" sldId="288"/>
            <ac:spMk id="36" creationId="{00000000-0000-0000-0000-000000000000}"/>
          </ac:spMkLst>
        </pc:spChg>
      </pc:sldChg>
      <pc:sldChg chg="delSp modSp add mod">
        <pc:chgData name="Helen Nguyen" userId="1112739b-77dc-448a-8744-257d55cee90b" providerId="ADAL" clId="{194E4A13-58D5-5498-AEFF-E6FC041D81F5}" dt="2026-05-04T18:37:30.100" v="260" actId="20577"/>
        <pc:sldMkLst>
          <pc:docMk/>
          <pc:sldMk cId="0" sldId="289"/>
        </pc:sldMkLst>
        <pc:spChg chg="mod">
          <ac:chgData name="Helen Nguyen" userId="1112739b-77dc-448a-8744-257d55cee90b" providerId="ADAL" clId="{194E4A13-58D5-5498-AEFF-E6FC041D81F5}" dt="2026-05-04T18:37:30.100" v="260" actId="20577"/>
          <ac:spMkLst>
            <pc:docMk/>
            <pc:sldMk cId="0" sldId="289"/>
            <ac:spMk id="9" creationId="{00000000-0000-0000-0000-000000000000}"/>
          </ac:spMkLst>
        </pc:spChg>
        <pc:spChg chg="del">
          <ac:chgData name="Helen Nguyen" userId="1112739b-77dc-448a-8744-257d55cee90b" providerId="ADAL" clId="{194E4A13-58D5-5498-AEFF-E6FC041D81F5}" dt="2026-05-04T18:15:31.873" v="235" actId="478"/>
          <ac:spMkLst>
            <pc:docMk/>
            <pc:sldMk cId="0" sldId="289"/>
            <ac:spMk id="17" creationId="{00000000-0000-0000-0000-000000000000}"/>
          </ac:spMkLst>
        </pc:spChg>
        <pc:spChg chg="del">
          <ac:chgData name="Helen Nguyen" userId="1112739b-77dc-448a-8744-257d55cee90b" providerId="ADAL" clId="{194E4A13-58D5-5498-AEFF-E6FC041D81F5}" dt="2026-05-04T18:15:31.873" v="235" actId="478"/>
          <ac:spMkLst>
            <pc:docMk/>
            <pc:sldMk cId="0" sldId="289"/>
            <ac:spMk id="23" creationId="{00000000-0000-0000-0000-000000000000}"/>
          </ac:spMkLst>
        </pc:spChg>
        <pc:spChg chg="del">
          <ac:chgData name="Helen Nguyen" userId="1112739b-77dc-448a-8744-257d55cee90b" providerId="ADAL" clId="{194E4A13-58D5-5498-AEFF-E6FC041D81F5}" dt="2026-05-04T18:15:31.873" v="235" actId="478"/>
          <ac:spMkLst>
            <pc:docMk/>
            <pc:sldMk cId="0" sldId="289"/>
            <ac:spMk id="29" creationId="{00000000-0000-0000-0000-000000000000}"/>
          </ac:spMkLst>
        </pc:spChg>
        <pc:spChg chg="del">
          <ac:chgData name="Helen Nguyen" userId="1112739b-77dc-448a-8744-257d55cee90b" providerId="ADAL" clId="{194E4A13-58D5-5498-AEFF-E6FC041D81F5}" dt="2026-05-04T15:07:07.478" v="194" actId="478"/>
          <ac:spMkLst>
            <pc:docMk/>
            <pc:sldMk cId="0" sldId="289"/>
            <ac:spMk id="34" creationId="{00000000-0000-0000-0000-000000000000}"/>
          </ac:spMkLst>
        </pc:spChg>
      </pc:sldChg>
      <pc:sldChg chg="delSp modSp add mod">
        <pc:chgData name="Helen Nguyen" userId="1112739b-77dc-448a-8744-257d55cee90b" providerId="ADAL" clId="{194E4A13-58D5-5498-AEFF-E6FC041D81F5}" dt="2026-05-04T18:43:43.001" v="303" actId="20577"/>
        <pc:sldMkLst>
          <pc:docMk/>
          <pc:sldMk cId="0" sldId="290"/>
        </pc:sldMkLst>
        <pc:spChg chg="mod">
          <ac:chgData name="Helen Nguyen" userId="1112739b-77dc-448a-8744-257d55cee90b" providerId="ADAL" clId="{194E4A13-58D5-5498-AEFF-E6FC041D81F5}" dt="2026-05-04T18:42:41.834" v="290" actId="20577"/>
          <ac:spMkLst>
            <pc:docMk/>
            <pc:sldMk cId="0" sldId="290"/>
            <ac:spMk id="9" creationId="{00000000-0000-0000-0000-000000000000}"/>
          </ac:spMkLst>
        </pc:spChg>
        <pc:spChg chg="mod">
          <ac:chgData name="Helen Nguyen" userId="1112739b-77dc-448a-8744-257d55cee90b" providerId="ADAL" clId="{194E4A13-58D5-5498-AEFF-E6FC041D81F5}" dt="2026-05-04T18:43:02.924" v="300" actId="20577"/>
          <ac:spMkLst>
            <pc:docMk/>
            <pc:sldMk cId="0" sldId="290"/>
            <ac:spMk id="35" creationId="{00000000-0000-0000-0000-000000000000}"/>
          </ac:spMkLst>
        </pc:spChg>
        <pc:spChg chg="mod">
          <ac:chgData name="Helen Nguyen" userId="1112739b-77dc-448a-8744-257d55cee90b" providerId="ADAL" clId="{194E4A13-58D5-5498-AEFF-E6FC041D81F5}" dt="2026-05-04T18:43:43.001" v="303" actId="20577"/>
          <ac:spMkLst>
            <pc:docMk/>
            <pc:sldMk cId="0" sldId="290"/>
            <ac:spMk id="38" creationId="{00000000-0000-0000-0000-000000000000}"/>
          </ac:spMkLst>
        </pc:spChg>
        <pc:spChg chg="del">
          <ac:chgData name="Helen Nguyen" userId="1112739b-77dc-448a-8744-257d55cee90b" providerId="ADAL" clId="{194E4A13-58D5-5498-AEFF-E6FC041D81F5}" dt="2026-05-04T15:07:11.526" v="195" actId="478"/>
          <ac:spMkLst>
            <pc:docMk/>
            <pc:sldMk cId="0" sldId="290"/>
            <ac:spMk id="39" creationId="{00000000-0000-0000-0000-000000000000}"/>
          </ac:spMkLst>
        </pc:spChg>
      </pc:sldChg>
      <pc:sldChg chg="delSp modSp add mod modShow">
        <pc:chgData name="Helen Nguyen" userId="1112739b-77dc-448a-8744-257d55cee90b" providerId="ADAL" clId="{194E4A13-58D5-5498-AEFF-E6FC041D81F5}" dt="2026-05-04T18:37:45.768" v="265" actId="729"/>
        <pc:sldMkLst>
          <pc:docMk/>
          <pc:sldMk cId="0" sldId="291"/>
        </pc:sldMkLst>
        <pc:spChg chg="mod">
          <ac:chgData name="Helen Nguyen" userId="1112739b-77dc-448a-8744-257d55cee90b" providerId="ADAL" clId="{194E4A13-58D5-5498-AEFF-E6FC041D81F5}" dt="2026-05-04T18:37:36.980" v="264" actId="20577"/>
          <ac:spMkLst>
            <pc:docMk/>
            <pc:sldMk cId="0" sldId="291"/>
            <ac:spMk id="9" creationId="{00000000-0000-0000-0000-000000000000}"/>
          </ac:spMkLst>
        </pc:spChg>
        <pc:spChg chg="del">
          <ac:chgData name="Helen Nguyen" userId="1112739b-77dc-448a-8744-257d55cee90b" providerId="ADAL" clId="{194E4A13-58D5-5498-AEFF-E6FC041D81F5}" dt="2026-05-04T15:07:14.780" v="196" actId="478"/>
          <ac:spMkLst>
            <pc:docMk/>
            <pc:sldMk cId="0" sldId="291"/>
            <ac:spMk id="51" creationId="{00000000-0000-0000-0000-000000000000}"/>
          </ac:spMkLst>
        </pc:spChg>
      </pc:sldChg>
      <pc:sldChg chg="delSp modSp add mod modNotesTx">
        <pc:chgData name="Helen Nguyen" userId="1112739b-77dc-448a-8744-257d55cee90b" providerId="ADAL" clId="{194E4A13-58D5-5498-AEFF-E6FC041D81F5}" dt="2026-05-04T18:44:21.590" v="312" actId="1076"/>
        <pc:sldMkLst>
          <pc:docMk/>
          <pc:sldMk cId="0" sldId="292"/>
        </pc:sldMkLst>
        <pc:spChg chg="mod">
          <ac:chgData name="Helen Nguyen" userId="1112739b-77dc-448a-8744-257d55cee90b" providerId="ADAL" clId="{194E4A13-58D5-5498-AEFF-E6FC041D81F5}" dt="2026-05-04T18:44:10.134" v="311" actId="20577"/>
          <ac:spMkLst>
            <pc:docMk/>
            <pc:sldMk cId="0" sldId="292"/>
            <ac:spMk id="14" creationId="{00000000-0000-0000-0000-000000000000}"/>
          </ac:spMkLst>
        </pc:spChg>
        <pc:spChg chg="del">
          <ac:chgData name="Helen Nguyen" userId="1112739b-77dc-448a-8744-257d55cee90b" providerId="ADAL" clId="{194E4A13-58D5-5498-AEFF-E6FC041D81F5}" dt="2026-05-04T15:07:18.951" v="197" actId="478"/>
          <ac:spMkLst>
            <pc:docMk/>
            <pc:sldMk cId="0" sldId="292"/>
            <ac:spMk id="15" creationId="{00000000-0000-0000-0000-000000000000}"/>
          </ac:spMkLst>
        </pc:spChg>
        <pc:graphicFrameChg chg="mod modGraphic">
          <ac:chgData name="Helen Nguyen" userId="1112739b-77dc-448a-8744-257d55cee90b" providerId="ADAL" clId="{194E4A13-58D5-5498-AEFF-E6FC041D81F5}" dt="2026-05-04T18:44:21.590" v="312" actId="1076"/>
          <ac:graphicFrameMkLst>
            <pc:docMk/>
            <pc:sldMk cId="0" sldId="292"/>
            <ac:graphicFrameMk id="19" creationId="{00000000-0000-0000-0000-000000000000}"/>
          </ac:graphicFrameMkLst>
        </pc:graphicFrameChg>
      </pc:sldChg>
      <pc:sldChg chg="new del">
        <pc:chgData name="Helen Nguyen" userId="1112739b-77dc-448a-8744-257d55cee90b" providerId="ADAL" clId="{194E4A13-58D5-5498-AEFF-E6FC041D81F5}" dt="2026-05-04T14:40:58.893" v="138" actId="2696"/>
        <pc:sldMkLst>
          <pc:docMk/>
          <pc:sldMk cId="2887596007" sldId="293"/>
        </pc:sldMkLst>
      </pc:sldChg>
      <pc:sldChg chg="delSp add del mod setBg">
        <pc:chgData name="Helen Nguyen" userId="1112739b-77dc-448a-8744-257d55cee90b" providerId="ADAL" clId="{194E4A13-58D5-5498-AEFF-E6FC041D81F5}" dt="2026-05-04T15:07:26.928" v="199" actId="478"/>
        <pc:sldMkLst>
          <pc:docMk/>
          <pc:sldMk cId="0" sldId="294"/>
        </pc:sldMkLst>
        <pc:spChg chg="del">
          <ac:chgData name="Helen Nguyen" userId="1112739b-77dc-448a-8744-257d55cee90b" providerId="ADAL" clId="{194E4A13-58D5-5498-AEFF-E6FC041D81F5}" dt="2026-05-04T15:07:26.928" v="199" actId="478"/>
          <ac:spMkLst>
            <pc:docMk/>
            <pc:sldMk cId="0" sldId="294"/>
            <ac:spMk id="36" creationId="{00000000-0000-0000-0000-000000000000}"/>
          </ac:spMkLst>
        </pc:spChg>
      </pc:sldChg>
      <pc:sldChg chg="addSp delSp add mod modNotesTx">
        <pc:chgData name="Helen Nguyen" userId="1112739b-77dc-448a-8744-257d55cee90b" providerId="ADAL" clId="{194E4A13-58D5-5498-AEFF-E6FC041D81F5}" dt="2026-05-04T18:25:16.596" v="249" actId="20577"/>
        <pc:sldMkLst>
          <pc:docMk/>
          <pc:sldMk cId="1536956798" sldId="295"/>
        </pc:sldMkLst>
        <pc:spChg chg="add del">
          <ac:chgData name="Helen Nguyen" userId="1112739b-77dc-448a-8744-257d55cee90b" providerId="ADAL" clId="{194E4A13-58D5-5498-AEFF-E6FC041D81F5}" dt="2026-05-04T15:06:56.989" v="191" actId="478"/>
          <ac:spMkLst>
            <pc:docMk/>
            <pc:sldMk cId="1536956798" sldId="295"/>
            <ac:spMk id="2" creationId="{E7E63701-8948-3EE4-B091-6F1A0CBFC087}"/>
          </ac:spMkLst>
        </pc:spChg>
        <pc:spChg chg="add del">
          <ac:chgData name="Helen Nguyen" userId="1112739b-77dc-448a-8744-257d55cee90b" providerId="ADAL" clId="{194E4A13-58D5-5498-AEFF-E6FC041D81F5}" dt="2026-05-04T15:06:56.989" v="191" actId="478"/>
          <ac:spMkLst>
            <pc:docMk/>
            <pc:sldMk cId="1536956798" sldId="295"/>
            <ac:spMk id="3" creationId="{031449D8-C7E7-420B-7C74-B1DB56C28117}"/>
          </ac:spMkLst>
        </pc:spChg>
        <pc:spChg chg="add del">
          <ac:chgData name="Helen Nguyen" userId="1112739b-77dc-448a-8744-257d55cee90b" providerId="ADAL" clId="{194E4A13-58D5-5498-AEFF-E6FC041D81F5}" dt="2026-05-04T15:06:56.989" v="191" actId="478"/>
          <ac:spMkLst>
            <pc:docMk/>
            <pc:sldMk cId="1536956798" sldId="295"/>
            <ac:spMk id="4" creationId="{11F86C75-A4DF-10BB-DC51-6A51A26F4B33}"/>
          </ac:spMkLst>
        </pc:spChg>
        <pc:spChg chg="add del">
          <ac:chgData name="Helen Nguyen" userId="1112739b-77dc-448a-8744-257d55cee90b" providerId="ADAL" clId="{194E4A13-58D5-5498-AEFF-E6FC041D81F5}" dt="2026-05-04T15:06:56.989" v="191" actId="478"/>
          <ac:spMkLst>
            <pc:docMk/>
            <pc:sldMk cId="1536956798" sldId="295"/>
            <ac:spMk id="5" creationId="{B8A75D79-8C75-3086-548B-155C1B72C3BB}"/>
          </ac:spMkLst>
        </pc:spChg>
        <pc:spChg chg="add del">
          <ac:chgData name="Helen Nguyen" userId="1112739b-77dc-448a-8744-257d55cee90b" providerId="ADAL" clId="{194E4A13-58D5-5498-AEFF-E6FC041D81F5}" dt="2026-05-04T15:06:56.989" v="191" actId="478"/>
          <ac:spMkLst>
            <pc:docMk/>
            <pc:sldMk cId="1536956798" sldId="295"/>
            <ac:spMk id="6" creationId="{C6C0ACE7-660B-3685-040B-EF117D0DE3E4}"/>
          </ac:spMkLst>
        </pc:spChg>
        <pc:spChg chg="add del">
          <ac:chgData name="Helen Nguyen" userId="1112739b-77dc-448a-8744-257d55cee90b" providerId="ADAL" clId="{194E4A13-58D5-5498-AEFF-E6FC041D81F5}" dt="2026-05-04T15:06:56.989" v="191" actId="478"/>
          <ac:spMkLst>
            <pc:docMk/>
            <pc:sldMk cId="1536956798" sldId="295"/>
            <ac:spMk id="7" creationId="{C4A641FE-7C83-AD3B-8CFE-8F4A2BC4B83D}"/>
          </ac:spMkLst>
        </pc:spChg>
        <pc:spChg chg="add del">
          <ac:chgData name="Helen Nguyen" userId="1112739b-77dc-448a-8744-257d55cee90b" providerId="ADAL" clId="{194E4A13-58D5-5498-AEFF-E6FC041D81F5}" dt="2026-05-04T15:06:56.989" v="191" actId="478"/>
          <ac:spMkLst>
            <pc:docMk/>
            <pc:sldMk cId="1536956798" sldId="295"/>
            <ac:spMk id="8" creationId="{9FE480AA-8BB7-48A8-6BE5-56CCDCB9425D}"/>
          </ac:spMkLst>
        </pc:spChg>
        <pc:spChg chg="add del">
          <ac:chgData name="Helen Nguyen" userId="1112739b-77dc-448a-8744-257d55cee90b" providerId="ADAL" clId="{194E4A13-58D5-5498-AEFF-E6FC041D81F5}" dt="2026-05-04T15:06:56.989" v="191" actId="478"/>
          <ac:spMkLst>
            <pc:docMk/>
            <pc:sldMk cId="1536956798" sldId="295"/>
            <ac:spMk id="9" creationId="{B42E985E-1796-AE94-2989-2A39EDD5A301}"/>
          </ac:spMkLst>
        </pc:spChg>
        <pc:spChg chg="add del">
          <ac:chgData name="Helen Nguyen" userId="1112739b-77dc-448a-8744-257d55cee90b" providerId="ADAL" clId="{194E4A13-58D5-5498-AEFF-E6FC041D81F5}" dt="2026-05-04T15:06:56.989" v="191" actId="478"/>
          <ac:spMkLst>
            <pc:docMk/>
            <pc:sldMk cId="1536956798" sldId="295"/>
            <ac:spMk id="10" creationId="{2684F259-C4C0-AAE0-FAB2-9A1FBF773BAC}"/>
          </ac:spMkLst>
        </pc:spChg>
        <pc:spChg chg="add del">
          <ac:chgData name="Helen Nguyen" userId="1112739b-77dc-448a-8744-257d55cee90b" providerId="ADAL" clId="{194E4A13-58D5-5498-AEFF-E6FC041D81F5}" dt="2026-05-04T15:06:56.989" v="191" actId="478"/>
          <ac:spMkLst>
            <pc:docMk/>
            <pc:sldMk cId="1536956798" sldId="295"/>
            <ac:spMk id="11" creationId="{81337BED-E7C7-BA82-CEDC-060B71DEEAC9}"/>
          </ac:spMkLst>
        </pc:spChg>
        <pc:spChg chg="del">
          <ac:chgData name="Helen Nguyen" userId="1112739b-77dc-448a-8744-257d55cee90b" providerId="ADAL" clId="{194E4A13-58D5-5498-AEFF-E6FC041D81F5}" dt="2026-05-04T15:06:59.003" v="192" actId="478"/>
          <ac:spMkLst>
            <pc:docMk/>
            <pc:sldMk cId="1536956798" sldId="295"/>
            <ac:spMk id="20" creationId="{12CF136D-2D95-F876-6F21-4B56E4006076}"/>
          </ac:spMkLst>
        </pc:spChg>
      </pc:sldChg>
      <pc:sldChg chg="delSp modSp add mod ord modNotesTx">
        <pc:chgData name="Helen Nguyen" userId="1112739b-77dc-448a-8744-257d55cee90b" providerId="ADAL" clId="{194E4A13-58D5-5498-AEFF-E6FC041D81F5}" dt="2026-05-04T18:19:41.720" v="247" actId="20577"/>
        <pc:sldMkLst>
          <pc:docMk/>
          <pc:sldMk cId="0" sldId="296"/>
        </pc:sldMkLst>
        <pc:spChg chg="mod">
          <ac:chgData name="Helen Nguyen" userId="1112739b-77dc-448a-8744-257d55cee90b" providerId="ADAL" clId="{194E4A13-58D5-5498-AEFF-E6FC041D81F5}" dt="2026-05-04T18:19:41.720" v="247" actId="20577"/>
          <ac:spMkLst>
            <pc:docMk/>
            <pc:sldMk cId="0" sldId="296"/>
            <ac:spMk id="10" creationId="{00000000-0000-0000-0000-000000000000}"/>
          </ac:spMkLst>
        </pc:spChg>
        <pc:spChg chg="mod">
          <ac:chgData name="Helen Nguyen" userId="1112739b-77dc-448a-8744-257d55cee90b" providerId="ADAL" clId="{194E4A13-58D5-5498-AEFF-E6FC041D81F5}" dt="2026-05-04T18:16:14.830" v="239" actId="20577"/>
          <ac:spMkLst>
            <pc:docMk/>
            <pc:sldMk cId="0" sldId="296"/>
            <ac:spMk id="22" creationId="{00000000-0000-0000-0000-000000000000}"/>
          </ac:spMkLst>
        </pc:spChg>
        <pc:spChg chg="mod">
          <ac:chgData name="Helen Nguyen" userId="1112739b-77dc-448a-8744-257d55cee90b" providerId="ADAL" clId="{194E4A13-58D5-5498-AEFF-E6FC041D81F5}" dt="2026-05-04T18:19:29.298" v="243" actId="1076"/>
          <ac:spMkLst>
            <pc:docMk/>
            <pc:sldMk cId="0" sldId="296"/>
            <ac:spMk id="41" creationId="{00000000-0000-0000-0000-000000000000}"/>
          </ac:spMkLst>
        </pc:spChg>
        <pc:spChg chg="del">
          <ac:chgData name="Helen Nguyen" userId="1112739b-77dc-448a-8744-257d55cee90b" providerId="ADAL" clId="{194E4A13-58D5-5498-AEFF-E6FC041D81F5}" dt="2026-05-04T18:19:23.436" v="242" actId="478"/>
          <ac:spMkLst>
            <pc:docMk/>
            <pc:sldMk cId="0" sldId="296"/>
            <ac:spMk id="42" creationId="{00000000-0000-0000-0000-000000000000}"/>
          </ac:spMkLst>
        </pc:spChg>
        <pc:spChg chg="mod">
          <ac:chgData name="Helen Nguyen" userId="1112739b-77dc-448a-8744-257d55cee90b" providerId="ADAL" clId="{194E4A13-58D5-5498-AEFF-E6FC041D81F5}" dt="2026-05-04T18:19:32.099" v="244" actId="1076"/>
          <ac:spMkLst>
            <pc:docMk/>
            <pc:sldMk cId="0" sldId="296"/>
            <ac:spMk id="43" creationId="{00000000-0000-0000-0000-000000000000}"/>
          </ac:spMkLst>
        </pc:spChg>
      </pc:sldChg>
    </pc:docChg>
  </pc:docChgLst>
</pc:chgInfo>
</file>

<file path=ppt/comments/modernComment_10A_0.xml><?xml version="1.0" encoding="utf-8"?>
<p188:cmLst xmlns:a="http://schemas.openxmlformats.org/drawingml/2006/main" xmlns:r="http://schemas.openxmlformats.org/officeDocument/2006/relationships" xmlns:p188="http://schemas.microsoft.com/office/powerpoint/2018/8/main">
  <p188:cm id="{71EF786F-3CE8-FA41-92F7-67B0FB50FC5D}" authorId="{38FFA44F-F2CB-31E9-D638-FA3346F2E98C}" created="2026-05-04T18:37:10.018">
    <ac:deMkLst xmlns:ac="http://schemas.microsoft.com/office/drawing/2013/main/command">
      <pc:docMk xmlns:pc="http://schemas.microsoft.com/office/powerpoint/2013/main/command"/>
      <pc:sldMk xmlns:pc="http://schemas.microsoft.com/office/powerpoint/2013/main/command" cId="0" sldId="266"/>
      <ac:spMk id="28" creationId="{00000000-0000-0000-0000-000000000000}"/>
    </ac:deMkLst>
    <p188:txBody>
      <a:bodyPr/>
      <a:lstStyle/>
      <a:p>
        <a:r>
          <a:rPr lang="en-US"/>
          <a:t>Checked if Airflow had this</a:t>
        </a:r>
      </a:p>
    </p188:txBody>
  </p188:cm>
</p188:cmLst>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21_0.xml><?xml version="1.0" encoding="utf-8"?>
<p188:cmLst xmlns:a="http://schemas.openxmlformats.org/drawingml/2006/main" xmlns:r="http://schemas.openxmlformats.org/officeDocument/2006/relationships" xmlns:p188="http://schemas.microsoft.com/office/powerpoint/2018/8/main">
  <p188:cm id="{4D516E42-6DB4-0B4E-805D-5D42F39F1D24}" authorId="{38FFA44F-F2CB-31E9-D638-FA3346F2E98C}" created="2026-05-04T18:42:11.679">
    <pc:sldMkLst xmlns:pc="http://schemas.microsoft.com/office/powerpoint/2013/main/command">
      <pc:docMk/>
      <pc:sldMk cId="0" sldId="289"/>
    </pc:sldMkLst>
    <p188:txBody>
      <a:bodyPr/>
      <a:lstStyle/>
      <a:p>
        <a:r>
          <a:rPr lang="en-US"/>
          <a:t>Simplify this slide</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we'll go. We'll start with the problem we set out to solve, share three headline findings, walk briefly through the architecture, then spend most of our time on the four insights and four actions. We'll close with a scaling path to ten and a hundred times today's volume.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orientation on the company before we describe the problem. MediaWave serves 200,000 active subscribers across three plan tiers, with Standard the largest at 90,000 accounts. The catalog runs 20,000 licensed titles in active rotation, supported by an estimated $18.1 billion in annual content licensing spend. Annual churn sits at 9.8 percent, just under 19,600 subscribers leaving per year. Operationally, the business runs across 7 CDN regions and 10 ISP partners, with 5 raw data sources powering analytics today. Bottom line: this is a mid-scale streaming business with mature catalog and moderate churn, but no unified view across plan, content, and quality. That is the gap we are about to walk through.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Starting with the problem.</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MediaWave</a:t>
            </a:r>
            <a:r>
              <a:rPr lang="en-US" dirty="0"/>
              <a:t> has five primary data sources: user profiles, viewing history, content catalog, user interactions, and streaming quality. The issue isn't volume. It's that the most valuable business questions cross every one of these boundaries. Which titles cost more in licensing than they earn in viewing hours? Does buffering predict cancellation? Which engagement signals come before disengagement? None of these can be answered without joining all five sources. </a:t>
            </a:r>
            <a:r>
              <a:rPr lang="en-US" b="1" dirty="0" err="1"/>
              <a:t>MediaWave</a:t>
            </a:r>
            <a:r>
              <a:rPr lang="en-US" b="1" dirty="0"/>
              <a:t> is not data-poor - it is integration-poor.</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we want to flag up front.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headline findings from the full dataset. First — content ROI: 73% of catalog cost sits in titles below the median ROI. The bottom decile alone drives $3.13 billion in license cost, with an 860-times variance between best and worst. Second — engagement: contrary to assumption, the spread across plan tiers is less than one percentage point. Subscription tier does not predict viewing behavior. Third — retention: churned users watch 42% fewer hours per month than retained users. Total engagement volume is the dominant churn precursor. </a:t>
            </a:r>
            <a:r>
              <a:rPr lang="en-US" b="1" dirty="0"/>
              <a:t>Two of these confirm what teams suspected. The engagement finding contradicts it.</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built this.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one command. Storage on HDFS with a three-zone lake — landing, curated, analytics. Transformation in </a:t>
            </a:r>
            <a:r>
              <a:rPr lang="en-US" dirty="0" err="1"/>
              <a:t>PySpark</a:t>
            </a:r>
            <a:r>
              <a:rPr lang="en-US" dirty="0"/>
              <a:t> — cleaning, three-way joins, aggregations. Streaming through Kafka with Spark Structured Streaming for real-time alerts. Orchestration in Apache Airflow with quality gates, retries, and idempotent re-runs. The whole stack — eleven services across four layers — boots in three minutes from a single docker compose command.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data moves. Five raw sources land immutably in HDFS. </a:t>
            </a:r>
            <a:r>
              <a:rPr lang="en-US" dirty="0" err="1"/>
              <a:t>PySpark</a:t>
            </a:r>
            <a:r>
              <a:rPr lang="en-US" dirty="0"/>
              <a:t> cleans and joins them into a curated zone — five to ten times compression, four times faster scans. From there we produce three analytics tables: monthly engagement, content performance, and streaming quality by region. Each one feeds a specific business decision: churn early-warning, content ROI review, CDN investment plan. The streaming path runs in parallel for real-time alerts. This is a Lambda architecture.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on why Lambda. We considered Kappa, where everything runs through streaming. We rejected it because historical re-processing requires replaying the full event log, heavy aggregations are expensive in pure streaming, and analytics queries get more complex. </a:t>
            </a:r>
            <a:r>
              <a:rPr lang="en-US" dirty="0" err="1"/>
              <a:t>MediaWave</a:t>
            </a:r>
            <a:r>
              <a:rPr lang="en-US" dirty="0"/>
              <a:t> needs both batch correctness for ROI and churn analysis, and streaming latency for quality alerts. Lambda gives us both.</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controls make this operational, not academic. Quality gates: row count and null checks run between every stage and stop the DAG before bad data reaches analytics. Idempotent re-runs: every Parquet write uses overwrite mode, so safe replay from any failure point — verified across five test runs. And monitoring: Airflow handles two retries with exponential backoff, with email alerts and a streaming health-check DAG every fifteen minutes. Maximum thirty-minute time to detect.</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33DE-05DF-2509-63AD-D8E9D2C5F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D4BFC-8F79-250F-A4E3-586A2F4D5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4B681-FFFB-BA7E-074E-8C05C4915AB7}"/>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Quick proof it actually runs. Top: HDFS shows all five datasets landed in the landing zone. Bottom: Airflow shows the DAG executed end-to-end with every task green. </a:t>
            </a:r>
            <a:r>
              <a:rPr lang="en-US" sz="1200" b="1" kern="1200" dirty="0">
                <a:solidFill>
                  <a:schemeClr val="tx1"/>
                </a:solidFill>
                <a:effectLst/>
                <a:latin typeface="+mn-lt"/>
                <a:ea typeface="+mn-ea"/>
                <a:cs typeface="+mn-cs"/>
              </a:rPr>
              <a:t>\</a:t>
            </a:r>
            <a:endParaRPr lang="en-US" dirty="0"/>
          </a:p>
        </p:txBody>
      </p:sp>
    </p:spTree>
    <p:extLst>
      <p:ext uri="{BB962C8B-B14F-4D97-AF65-F5344CB8AC3E}">
        <p14:creationId xmlns:p14="http://schemas.microsoft.com/office/powerpoint/2010/main" val="24818237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what the data revealed.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one. We built a custom metric called cost per viewing hour — monthly license cost divided by total hours watched. The variance is dramatic. The worst three titles cost between eighteen and twenty thousand dollars per viewing hour. The best three cost twenty-three to twenty-five dollars. That’s an 860-times spread. The bottom decile alone drives $3.13 billion in annual license cost, and 73% of total catalog spend concentrates in below-median ROI titles. </a:t>
            </a:r>
            <a:r>
              <a:rPr lang="en-US" sz="1200" b="1" kern="1200" dirty="0">
                <a:solidFill>
                  <a:schemeClr val="tx1"/>
                </a:solidFill>
                <a:effectLst/>
                <a:latin typeface="+mn-lt"/>
                <a:ea typeface="+mn-ea"/>
                <a:cs typeface="+mn-cs"/>
              </a:rPr>
              <a:t>Our recommendation: drop the bottom decile at the next license cycle. Annual savings: $3.13 billion if fully discontinued, $1.5 to 2 billion with conservative renegotiation.</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two — and this is our counter-finding. We expected Premium subscribers to engage more deeply. They don’t. Basic users complete 52.8% of what they start. Standard, 52.6%. Premium, 52.9%. Less than one percentage point separates the tiers. Subscription tier does not predict viewing behavior. The signal is at the title level: completion ranges from 28.9% on the worst-performing titles to 76.7% on the best — a 48-point spread. </a:t>
            </a:r>
            <a:r>
              <a:rPr lang="en-US" sz="1200" b="1" kern="1200" dirty="0">
                <a:solidFill>
                  <a:schemeClr val="tx1"/>
                </a:solidFill>
                <a:effectLst/>
                <a:latin typeface="+mn-lt"/>
                <a:ea typeface="+mn-ea"/>
                <a:cs typeface="+mn-cs"/>
              </a:rPr>
              <a:t>Our recommendation: redirect personalization investment from tier-aware logic to title-level features. That’s where the actual variance lives.</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three. Comparing 19,573 churned users with 180,427 retained users, the dominant signal is monthly hours watched. Retained users average 26.4 hours per month. Churned users, 15.2. A 42% gap. We tested every other signal you’d expect — completion rate, buffering events, unique titles per month — none of them separate the two cohorts. They’re statistically identical. </a:t>
            </a:r>
            <a:r>
              <a:rPr lang="en-US" sz="1200" b="1" kern="1200" dirty="0">
                <a:solidFill>
                  <a:schemeClr val="tx1"/>
                </a:solidFill>
                <a:effectLst/>
                <a:latin typeface="+mn-lt"/>
                <a:ea typeface="+mn-ea"/>
                <a:cs typeface="+mn-cs"/>
              </a:rPr>
              <a:t>Our recommendation: build a churn early-warning model on monthly hours watched and engagement velocity — recent versus historical hours. Don’t build it on signals that don’t predict.</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four — our second counter-finding. We expected to find geographic hotspots — regions or ISPs with quality problems serious enough to drive churn. We didn’t. All seven CDN regions and ten ISPs cluster within a 3.3% spread of buffering events. The correlation between buffering and completion is essentially zero. Quality is uniform, and quality is not a meaningful retention lever in this dataset. </a:t>
            </a:r>
            <a:r>
              <a:rPr lang="en-US" sz="1200" b="1" kern="1200" dirty="0">
                <a:solidFill>
                  <a:schemeClr val="tx1"/>
                </a:solidFill>
                <a:effectLst/>
                <a:latin typeface="+mn-lt"/>
                <a:ea typeface="+mn-ea"/>
                <a:cs typeface="+mn-cs"/>
              </a:rPr>
              <a:t>Our recommendation: deprioritize geographic CDN investment. Reallocate that budget toward absolute baseline reduction or other levers where the data actually shows variance.</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Pulling it together — what we recommend.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Four actions, prioritized by impact-to-effort ratio. First — drop bottom-decile titles by cost per viewing hour. From insight one. $1.5 to 3.1 billion in annual savings. Time: next license cycle. Second — build a churn early-warning model on monthly hours watched. From insight three. Targets roughly 10% of the 19,600 churners. Q3 implementation. Third — redirect personalization from tier-based to title-level signals. From insight two. Lifts completion via the 48-point title variance. Q3–Q4 A/B test. Fourth — reallocate CDN budget away from selective region investment. From insight four. Frees budget for higher-impact levers. Immediate review. </a:t>
            </a:r>
            <a:r>
              <a:rPr lang="en-US" sz="1200" b="1" kern="1200" dirty="0">
                <a:solidFill>
                  <a:schemeClr val="tx1"/>
                </a:solidFill>
                <a:effectLst/>
                <a:latin typeface="+mn-lt"/>
                <a:ea typeface="+mn-ea"/>
                <a:cs typeface="+mn-cs"/>
              </a:rPr>
              <a:t>All four are implementable from analytics tables our pipeline produces today. No additional data sources required.</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Briefly on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scales linearly. Today the pipeline handles 32 megabytes and 1.7 million rows on one Spark worker, one Kafka broker, two </a:t>
            </a:r>
            <a:r>
              <a:rPr lang="en-US" sz="1200" kern="1200" dirty="0" err="1">
                <a:solidFill>
                  <a:schemeClr val="tx1"/>
                </a:solidFill>
                <a:effectLst/>
                <a:latin typeface="+mn-lt"/>
                <a:ea typeface="+mn-ea"/>
                <a:cs typeface="+mn-cs"/>
              </a:rPr>
              <a:t>datanodes</a:t>
            </a:r>
            <a:r>
              <a:rPr lang="en-US" sz="1200" kern="1200" dirty="0">
                <a:solidFill>
                  <a:schemeClr val="tx1"/>
                </a:solidFill>
                <a:effectLst/>
                <a:latin typeface="+mn-lt"/>
                <a:ea typeface="+mn-ea"/>
                <a:cs typeface="+mn-cs"/>
              </a:rPr>
              <a:t>. Ten times: four workers, three brokers, shuffle partitions raised to 500. HDFS is still healthy. A hundred times: eight to sixteen workers, five-plus brokers, replication factor three, switch Airflow to Celery executor with Redis. Same architecture, just reconfigured. Cloud-managed equivalents exist in AWS, GCP, and Azure across all four layers. </a:t>
            </a:r>
            <a:r>
              <a:rPr lang="en-US" sz="1200" b="1" kern="1200" dirty="0">
                <a:solidFill>
                  <a:schemeClr val="tx1"/>
                </a:solidFill>
                <a:effectLst/>
                <a:latin typeface="+mn-lt"/>
                <a:ea typeface="+mn-ea"/>
                <a:cs typeface="+mn-cs"/>
              </a:rPr>
              <a:t>At hundred-times volume we recommend AWS — about 70% lower TCO than self-managed once labor is included.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reflections from the build. What worked: a single docker compose with a shared network removed service-discovery friction completely. Reusable cleaning logic across all five datasets. The cost-per-viewing-hour metric directly linked technical work to business value. What was hard: schema alignment between batch and streaming layers, the missing session-level join key in streaming-quality which we worked around with user-level aggregation, and Apple Silicon compatibility. </a:t>
            </a:r>
            <a:r>
              <a:rPr lang="en-US" sz="1200" kern="1200">
                <a:solidFill>
                  <a:schemeClr val="tx1"/>
                </a:solidFill>
                <a:effectLst/>
                <a:latin typeface="+mn-lt"/>
                <a:ea typeface="+mn-ea"/>
                <a:cs typeface="+mn-cs"/>
              </a:rPr>
              <a:t>What we’d do differently: define data contracts on day one, add a second Kafka topic for alerts, and run earlier full-stack integration testing.</a:t>
            </a:r>
            <a:r>
              <a:rPr lang="en-US">
                <a:effectLst/>
              </a:rPr>
              <a:t> </a:t>
            </a:r>
            <a:endParaRPr lang="en-US"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0A_0.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jp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microsoft.com/office/2018/10/relationships/comments" Target="../comments/modernComment_121_0.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blipFill>
            <a:blip r:embed="rId4"/>
            <a:stretch>
              <a:fillRect/>
            </a:stretch>
          </a:blipFill>
          <a:ln w="12700">
            <a:solidFill>
              <a:srgbClr val="0A4250"/>
            </a:solidFill>
            <a:prstDash val="solid"/>
          </a:ln>
        </p:spPr>
        <p:txBody>
          <a:bodyPr/>
          <a:lstStyle/>
          <a:p>
            <a:endParaRPr lang="en-US" dirty="0"/>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blipFill>
            <a:blip r:embed="rId5"/>
            <a:stretch>
              <a:fillRect/>
            </a:stretch>
          </a:blip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blipFill>
            <a:blip r:embed="rId6"/>
            <a:stretch>
              <a:fillRect/>
            </a:stretch>
          </a:blip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blipFill>
            <a:blip>
              <a:extLst>
                <a:ext uri="{96DAC541-7B7A-43D3-8B79-37D633B846F1}">
                  <asvg:svgBlip xmlns:asvg="http://schemas.microsoft.com/office/drawing/2016/SVG/main" r:embed="rId7"/>
                </a:ext>
              </a:extLst>
            </a:blip>
            <a:stretch>
              <a:fillRect/>
            </a:stretch>
          </a:blipFill>
          <a:ln w="12700">
            <a:solidFill>
              <a:srgbClr val="0A4250"/>
            </a:solidFill>
            <a:prstDash val="solid"/>
          </a:ln>
        </p:spPr>
        <p:txBody>
          <a:bodyPr/>
          <a:lstStyle/>
          <a:p>
            <a:endParaRPr lang="en-US"/>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a:solidFill>
                  <a:srgbClr val="B7D7DC"/>
                </a:solidFill>
                <a:latin typeface="Calibri" pitchFamily="34" charset="0"/>
                <a:ea typeface="Calibri" pitchFamily="34" charset="-122"/>
                <a:cs typeface="Calibri" pitchFamily="34" charset="-120"/>
              </a:rPr>
              <a:t>Three </a:t>
            </a:r>
            <a:r>
              <a:rPr lang="en-US" sz="1200" dirty="0">
                <a:solidFill>
                  <a:srgbClr val="B7D7DC"/>
                </a:solidFill>
                <a:latin typeface="Calibri" pitchFamily="34" charset="0"/>
                <a:ea typeface="Calibri" pitchFamily="34" charset="-122"/>
                <a:cs typeface="Calibri" pitchFamily="34" charset="-120"/>
              </a:rPr>
              <a:t>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Glow 1"/>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MediaWave Streaming · mid-scale operator with a fragmented data estate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The business at a glance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Card1"/>
          <p:cNvSpPr/>
          <p:nvPr/>
        </p:nvSpPr>
        <p:spPr>
          <a:xfrm>
            <a:off x="45720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SUBSCRIBERS</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200K</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active accounts across 3 plan tiers</a:t>
            </a:r>
          </a:p>
        </p:txBody>
      </p:sp>
      <p:sp>
        <p:nvSpPr>
          <p:cNvPr id="21" name="Card2"/>
          <p:cNvSpPr/>
          <p:nvPr/>
        </p:nvSpPr>
        <p:spPr>
          <a:xfrm>
            <a:off x="323964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CONTENT CATALOG</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20K</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licensed titles in active rotation</a:t>
            </a:r>
          </a:p>
        </p:txBody>
      </p:sp>
      <p:sp>
        <p:nvSpPr>
          <p:cNvPr id="22" name="Card3"/>
          <p:cNvSpPr/>
          <p:nvPr/>
        </p:nvSpPr>
        <p:spPr>
          <a:xfrm>
            <a:off x="602208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ANNUAL CONTENT SPEND</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$18.1B</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licensing cost across the catalog</a:t>
            </a:r>
          </a:p>
        </p:txBody>
      </p:sp>
      <p:sp>
        <p:nvSpPr>
          <p:cNvPr id="23" name="Card4"/>
          <p:cNvSpPr/>
          <p:nvPr/>
        </p:nvSpPr>
        <p:spPr>
          <a:xfrm>
            <a:off x="8804520" y="1828800"/>
            <a:ext cx="2700000" cy="1700000"/>
          </a:xfrm>
          <a:prstGeom prst="rect">
            <a:avLst/>
          </a:prstGeom>
          <a:solidFill>
            <a:srgbClr val="0A4250"/>
          </a:solidFill>
          <a:ln w="12700">
            <a:solidFill>
              <a:srgbClr val="3FE0E0">
                <a:alpha val="40000"/>
              </a:srgbClr>
            </a:solidFill>
          </a:ln>
        </p:spPr>
        <p:txBody>
          <a:bodyPr wrap="square" lIns="182880" tIns="182880" rIns="182880" bIns="18288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3FE0E0"/>
                </a:solidFill>
                <a:effectLst/>
                <a:uLnTx/>
                <a:uFillTx/>
                <a:latin typeface="Calibri" pitchFamily="34" charset="0"/>
                <a:ea typeface="+mn-ea"/>
                <a:cs typeface="+mn-cs"/>
              </a:rPr>
              <a:t>ANNUAL CHURN</a:t>
            </a:r>
          </a:p>
          <a:p>
            <a:pPr marL="0" marR="0" lvl="0" indent="0" algn="l" defTabSz="914400" rtl="0" eaLnBrk="1" fontAlgn="auto" latinLnBrk="0" hangingPunct="1">
              <a:lnSpc>
                <a:spcPct val="100000"/>
              </a:lnSpc>
              <a:spcBef>
                <a:spcPts val="80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mn-ea"/>
                <a:cs typeface="+mn-cs"/>
              </a:rPr>
              <a:t>9.8%</a:t>
            </a:r>
          </a:p>
          <a:p>
            <a:pPr marL="0" marR="0" lvl="0" indent="0" algn="l" defTabSz="914400" rtl="0" eaLnBrk="1" fontAlgn="auto" latinLnBrk="0" hangingPunct="1">
              <a:lnSpc>
                <a:spcPct val="100000"/>
              </a:lnSpc>
              <a:spcBef>
                <a:spcPts val="20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19,573 of 200K subscribers cancelled</a:t>
            </a:r>
          </a:p>
        </p:txBody>
      </p:sp>
      <p:sp>
        <p:nvSpPr>
          <p:cNvPr id="30" name="TierHeader"/>
          <p:cNvSpPr/>
          <p:nvPr/>
        </p:nvSpPr>
        <p:spPr>
          <a:xfrm>
            <a:off x="457200" y="3729600"/>
            <a:ext cx="11247120" cy="29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7FA8AE"/>
                </a:solidFill>
                <a:effectLst/>
                <a:uLnTx/>
                <a:uFillTx/>
                <a:latin typeface="Calibri" pitchFamily="34" charset="0"/>
                <a:ea typeface="+mn-ea"/>
                <a:cs typeface="+mn-cs"/>
              </a:rPr>
              <a:t>SUBSCRIBER MIX BY PLAN TIER</a:t>
            </a:r>
          </a:p>
        </p:txBody>
      </p:sp>
      <p:sp>
        <p:nvSpPr>
          <p:cNvPr id="31" name="BarBasic"/>
          <p:cNvSpPr/>
          <p:nvPr/>
        </p:nvSpPr>
        <p:spPr>
          <a:xfrm>
            <a:off x="457200" y="4080000"/>
            <a:ext cx="3374136" cy="320000"/>
          </a:xfrm>
          <a:prstGeom prst="rect">
            <a:avLst/>
          </a:prstGeom>
          <a:solidFill>
            <a:srgbClr val="3FE0E0"/>
          </a:solidFill>
          <a:ln>
            <a:noFill/>
          </a:ln>
        </p:spPr>
        <p:txBody>
          <a:bodyPr wrap="square" lIns="91440" tIns="0" rIns="9144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12E36"/>
                </a:solidFill>
                <a:effectLst/>
                <a:uLnTx/>
                <a:uFillTx/>
                <a:latin typeface="Calibri" pitchFamily="34" charset="0"/>
                <a:ea typeface="+mn-ea"/>
                <a:cs typeface="+mn-cs"/>
              </a:rPr>
              <a:t>BASIC · 30%</a:t>
            </a:r>
          </a:p>
        </p:txBody>
      </p:sp>
      <p:sp>
        <p:nvSpPr>
          <p:cNvPr id="32" name="BarStandard"/>
          <p:cNvSpPr/>
          <p:nvPr/>
        </p:nvSpPr>
        <p:spPr>
          <a:xfrm>
            <a:off x="3831336" y="4080000"/>
            <a:ext cx="5061204" cy="320000"/>
          </a:xfrm>
          <a:prstGeom prst="rect">
            <a:avLst/>
          </a:prstGeom>
          <a:solidFill>
            <a:srgbClr val="5BC9C9"/>
          </a:solidFill>
          <a:ln>
            <a:noFill/>
          </a:ln>
        </p:spPr>
        <p:txBody>
          <a:bodyPr wrap="square" lIns="91440" tIns="0" rIns="9144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12E36"/>
                </a:solidFill>
                <a:effectLst/>
                <a:uLnTx/>
                <a:uFillTx/>
                <a:latin typeface="Calibri" pitchFamily="34" charset="0"/>
                <a:ea typeface="+mn-ea"/>
                <a:cs typeface="+mn-cs"/>
              </a:rPr>
              <a:t>STANDARD · 45%</a:t>
            </a:r>
          </a:p>
        </p:txBody>
      </p:sp>
      <p:sp>
        <p:nvSpPr>
          <p:cNvPr id="33" name="BarPremium"/>
          <p:cNvSpPr/>
          <p:nvPr/>
        </p:nvSpPr>
        <p:spPr>
          <a:xfrm>
            <a:off x="8892540" y="4080000"/>
            <a:ext cx="2811780" cy="320000"/>
          </a:xfrm>
          <a:prstGeom prst="rect">
            <a:avLst/>
          </a:prstGeom>
          <a:solidFill>
            <a:srgbClr val="2A8B8B"/>
          </a:solidFill>
          <a:ln>
            <a:noFill/>
          </a:ln>
        </p:spPr>
        <p:txBody>
          <a:bodyPr wrap="square" lIns="91440" tIns="0" rIns="9144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mn-ea"/>
                <a:cs typeface="+mn-cs"/>
              </a:rPr>
              <a:t>PREMIUM · 25%</a:t>
            </a:r>
          </a:p>
        </p:txBody>
      </p:sp>
      <p:sp>
        <p:nvSpPr>
          <p:cNvPr id="34" name="LblBasic"/>
          <p:cNvSpPr/>
          <p:nvPr/>
        </p:nvSpPr>
        <p:spPr>
          <a:xfrm>
            <a:off x="457200" y="4440000"/>
            <a:ext cx="3374136" cy="2400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60,000 subscribers</a:t>
            </a:r>
          </a:p>
        </p:txBody>
      </p:sp>
      <p:sp>
        <p:nvSpPr>
          <p:cNvPr id="35" name="LblStandard"/>
          <p:cNvSpPr/>
          <p:nvPr/>
        </p:nvSpPr>
        <p:spPr>
          <a:xfrm>
            <a:off x="3831336" y="4440000"/>
            <a:ext cx="5061204" cy="2400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90,000 subscribers</a:t>
            </a:r>
          </a:p>
        </p:txBody>
      </p:sp>
      <p:sp>
        <p:nvSpPr>
          <p:cNvPr id="36" name="LblPremium"/>
          <p:cNvSpPr/>
          <p:nvPr/>
        </p:nvSpPr>
        <p:spPr>
          <a:xfrm>
            <a:off x="8892540" y="4440000"/>
            <a:ext cx="2811780" cy="2400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50,000 subscribers</a:t>
            </a:r>
          </a:p>
        </p:txBody>
      </p:sp>
      <p:sp>
        <p:nvSpPr>
          <p:cNvPr id="40" name="OpHeader"/>
          <p:cNvSpPr/>
          <p:nvPr/>
        </p:nvSpPr>
        <p:spPr>
          <a:xfrm>
            <a:off x="457200" y="4880000"/>
            <a:ext cx="11247120" cy="29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200" normalizeH="0" baseline="0" noProof="0" dirty="0">
                <a:ln>
                  <a:noFill/>
                </a:ln>
                <a:solidFill>
                  <a:srgbClr val="7FA8AE"/>
                </a:solidFill>
                <a:effectLst/>
                <a:uLnTx/>
                <a:uFillTx/>
                <a:latin typeface="Calibri" pitchFamily="34" charset="0"/>
                <a:ea typeface="+mn-ea"/>
                <a:cs typeface="+mn-cs"/>
              </a:rPr>
              <a:t>OPERATIONAL FOOTPRINT</a:t>
            </a:r>
          </a:p>
        </p:txBody>
      </p:sp>
      <p:sp>
        <p:nvSpPr>
          <p:cNvPr id="41" name="Op1"/>
          <p:cNvSpPr/>
          <p:nvPr/>
        </p:nvSpPr>
        <p:spPr>
          <a:xfrm>
            <a:off x="1856245" y="5230000"/>
            <a:ext cx="3686040" cy="640000"/>
          </a:xfrm>
          <a:prstGeom prst="rect">
            <a:avLst/>
          </a:prstGeom>
          <a:noFill/>
          <a:ln w="12700">
            <a:solidFill>
              <a:srgbClr val="3FE0E0">
                <a:alpha val="30000"/>
              </a:srgbClr>
            </a:solidFill>
          </a:ln>
        </p:spPr>
        <p:txBody>
          <a:bodyPr wrap="square" lIns="182880" tIns="91440" rIns="182880" bIns="914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mn-ea"/>
                <a:cs typeface="+mn-cs"/>
              </a:rPr>
              <a:t>7 CDN regions</a:t>
            </a: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 serving global delivery</a:t>
            </a:r>
          </a:p>
        </p:txBody>
      </p:sp>
      <p:sp>
        <p:nvSpPr>
          <p:cNvPr id="43" name="Op3"/>
          <p:cNvSpPr/>
          <p:nvPr/>
        </p:nvSpPr>
        <p:spPr>
          <a:xfrm>
            <a:off x="6612390" y="5230000"/>
            <a:ext cx="3686040" cy="640000"/>
          </a:xfrm>
          <a:prstGeom prst="rect">
            <a:avLst/>
          </a:prstGeom>
          <a:noFill/>
          <a:ln w="12700">
            <a:solidFill>
              <a:srgbClr val="3FE0E0">
                <a:alpha val="30000"/>
              </a:srgbClr>
            </a:solidFill>
          </a:ln>
        </p:spPr>
        <p:txBody>
          <a:bodyPr wrap="square" lIns="182880" tIns="91440" rIns="182880" bIns="914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mn-ea"/>
                <a:cs typeface="+mn-cs"/>
              </a:rPr>
              <a:t>5 raw data sources</a:t>
            </a:r>
            <a:r>
              <a:rPr kumimoji="0" lang="en-US" sz="1100" b="0" i="0" u="none" strike="noStrike" kern="1200" cap="none" spc="0" normalizeH="0" baseline="0" noProof="0" dirty="0">
                <a:ln>
                  <a:noFill/>
                </a:ln>
                <a:solidFill>
                  <a:srgbClr val="B7D7DC"/>
                </a:solidFill>
                <a:effectLst/>
                <a:uLnTx/>
                <a:uFillTx/>
                <a:latin typeface="Calibri" pitchFamily="34" charset="0"/>
                <a:ea typeface="+mn-ea"/>
                <a:cs typeface="+mn-cs"/>
              </a:rPr>
              <a:t> living in separate silos</a:t>
            </a:r>
          </a:p>
        </p:txBody>
      </p:sp>
      <p:sp>
        <p:nvSpPr>
          <p:cNvPr id="50" name="Takeaway"/>
          <p:cNvSpPr/>
          <p:nvPr/>
        </p:nvSpPr>
        <p:spPr>
          <a:xfrm>
            <a:off x="457200" y="6020000"/>
            <a:ext cx="11247120" cy="380000"/>
          </a:xfrm>
          <a:prstGeom prst="rect">
            <a:avLst/>
          </a:prstGeom>
          <a:noFill/>
          <a:ln w="19050">
            <a:solidFill>
              <a:srgbClr val="3FE0E0"/>
            </a:solidFill>
          </a:ln>
        </p:spPr>
        <p:txBody>
          <a:bodyPr wrap="square" lIns="182880" tIns="91440" rIns="182880" bIns="9144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Calibri" pitchFamily="34" charset="0"/>
                <a:ea typeface="+mn-ea"/>
                <a:cs typeface="+mn-cs"/>
              </a:rPr>
              <a:t>A mid-scale streaming business with mature catalog and moderate churn — but no unified view across plan, content, and quality.</a:t>
            </a:r>
          </a:p>
        </p:txBody>
      </p:sp>
      <p:sp>
        <p:nvSpPr>
          <p:cNvPr id="60" name="Foote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mn-ea"/>
                <a:cs typeface="+mn-cs"/>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a:extLst>
            <a:ext uri="{FF2B5EF4-FFF2-40B4-BE49-F238E27FC236}">
              <a16:creationId xmlns:a16="http://schemas.microsoft.com/office/drawing/2014/main" id="{51EAC6BB-69BD-7EB6-DD64-3997AEFE1326}"/>
            </a:ext>
          </a:extLst>
        </p:cNvPr>
        <p:cNvGrpSpPr/>
        <p:nvPr/>
      </p:nvGrpSpPr>
      <p:grpSpPr>
        <a:xfrm>
          <a:off x="0" y="0"/>
          <a:ext cx="0" cy="0"/>
          <a:chOff x="0" y="0"/>
          <a:chExt cx="0" cy="0"/>
        </a:xfrm>
      </p:grpSpPr>
      <p:sp>
        <p:nvSpPr>
          <p:cNvPr id="2" name="Glow 1">
            <a:extLst>
              <a:ext uri="{FF2B5EF4-FFF2-40B4-BE49-F238E27FC236}">
                <a16:creationId xmlns:a16="http://schemas.microsoft.com/office/drawing/2014/main" id="{E7E63701-8948-3EE4-B091-6F1A0CBFC087}"/>
              </a:ext>
            </a:extLst>
          </p:cNvPr>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a:extLst>
              <a:ext uri="{FF2B5EF4-FFF2-40B4-BE49-F238E27FC236}">
                <a16:creationId xmlns:a16="http://schemas.microsoft.com/office/drawing/2014/main" id="{031449D8-C7E7-420B-7C74-B1DB56C28117}"/>
              </a:ext>
            </a:extLst>
          </p:cNvPr>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a:extLst>
              <a:ext uri="{FF2B5EF4-FFF2-40B4-BE49-F238E27FC236}">
                <a16:creationId xmlns:a16="http://schemas.microsoft.com/office/drawing/2014/main" id="{11F86C75-A4DF-10BB-DC51-6A51A26F4B33}"/>
              </a:ext>
            </a:extLst>
          </p:cNvPr>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a:extLst>
              <a:ext uri="{FF2B5EF4-FFF2-40B4-BE49-F238E27FC236}">
                <a16:creationId xmlns:a16="http://schemas.microsoft.com/office/drawing/2014/main" id="{B8A75D79-8C75-3086-548B-155C1B72C3BB}"/>
              </a:ext>
            </a:extLst>
          </p:cNvPr>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a:extLst>
              <a:ext uri="{FF2B5EF4-FFF2-40B4-BE49-F238E27FC236}">
                <a16:creationId xmlns:a16="http://schemas.microsoft.com/office/drawing/2014/main" id="{C6C0ACE7-660B-3685-040B-EF117D0DE3E4}"/>
              </a:ext>
            </a:extLst>
          </p:cNvPr>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a:extLst>
              <a:ext uri="{FF2B5EF4-FFF2-40B4-BE49-F238E27FC236}">
                <a16:creationId xmlns:a16="http://schemas.microsoft.com/office/drawing/2014/main" id="{C4A641FE-7C83-AD3B-8CFE-8F4A2BC4B83D}"/>
              </a:ext>
            </a:extLst>
          </p:cNvPr>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a:extLst>
              <a:ext uri="{FF2B5EF4-FFF2-40B4-BE49-F238E27FC236}">
                <a16:creationId xmlns:a16="http://schemas.microsoft.com/office/drawing/2014/main" id="{9FE480AA-8BB7-48A8-6BE5-56CCDCB9425D}"/>
              </a:ext>
            </a:extLst>
          </p:cNvPr>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a:extLst>
              <a:ext uri="{FF2B5EF4-FFF2-40B4-BE49-F238E27FC236}">
                <a16:creationId xmlns:a16="http://schemas.microsoft.com/office/drawing/2014/main" id="{B42E985E-1796-AE94-2989-2A39EDD5A301}"/>
              </a:ext>
            </a:extLst>
          </p:cNvPr>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in action · all four layers running on a single command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a:extLst>
              <a:ext uri="{FF2B5EF4-FFF2-40B4-BE49-F238E27FC236}">
                <a16:creationId xmlns:a16="http://schemas.microsoft.com/office/drawing/2014/main" id="{2684F259-C4C0-AAE0-FAB2-9A1FBF773BAC}"/>
              </a:ext>
            </a:extLst>
          </p:cNvPr>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Captured from a live deployment of the stack</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Line">
            <a:extLst>
              <a:ext uri="{FF2B5EF4-FFF2-40B4-BE49-F238E27FC236}">
                <a16:creationId xmlns:a16="http://schemas.microsoft.com/office/drawing/2014/main" id="{81337BED-E7C7-BA82-CEDC-060B71DEEAC9}"/>
              </a:ext>
            </a:extLst>
          </p:cNvPr>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HDFS Screenshot">
            <a:extLst>
              <a:ext uri="{FF2B5EF4-FFF2-40B4-BE49-F238E27FC236}">
                <a16:creationId xmlns:a16="http://schemas.microsoft.com/office/drawing/2014/main" id="{421E171F-7615-AB17-ECFB-DE0993597BFE}"/>
              </a:ext>
            </a:extLst>
          </p:cNvPr>
          <p:cNvPicPr>
            <a:picLocks noChangeAspect="1"/>
          </p:cNvPicPr>
          <p:nvPr/>
        </p:nvPicPr>
        <p:blipFill>
          <a:blip r:embed="rId3"/>
          <a:stretch>
            <a:fillRect/>
          </a:stretch>
        </p:blipFill>
        <p:spPr>
          <a:xfrm>
            <a:off x="3262192" y="1368574"/>
            <a:ext cx="5400000" cy="2508509"/>
          </a:xfrm>
          <a:prstGeom prst="rect">
            <a:avLst/>
          </a:prstGeom>
          <a:ln w="12700">
            <a:solidFill>
              <a:srgbClr val="3FE0E0"/>
            </a:solidFill>
            <a:prstDash val="solid"/>
          </a:ln>
        </p:spPr>
      </p:pic>
      <p:sp>
        <p:nvSpPr>
          <p:cNvPr id="14" name="Caption TL">
            <a:extLst>
              <a:ext uri="{FF2B5EF4-FFF2-40B4-BE49-F238E27FC236}">
                <a16:creationId xmlns:a16="http://schemas.microsoft.com/office/drawing/2014/main" id="{CA911A56-AFFF-D876-5370-661130E0E7EF}"/>
              </a:ext>
            </a:extLst>
          </p:cNvPr>
          <p:cNvSpPr/>
          <p:nvPr/>
        </p:nvSpPr>
        <p:spPr>
          <a:xfrm>
            <a:off x="3262191" y="38870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HDFS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 datasets landed in /mediawave-lake/landing</a:t>
            </a:r>
          </a:p>
        </p:txBody>
      </p:sp>
      <p:pic>
        <p:nvPicPr>
          <p:cNvPr id="16" name="Airflow Screenshot">
            <a:extLst>
              <a:ext uri="{FF2B5EF4-FFF2-40B4-BE49-F238E27FC236}">
                <a16:creationId xmlns:a16="http://schemas.microsoft.com/office/drawing/2014/main" id="{7A214B87-0F75-A958-89E5-47D60296D10D}"/>
              </a:ext>
            </a:extLst>
          </p:cNvPr>
          <p:cNvPicPr>
            <a:picLocks noChangeAspect="1"/>
          </p:cNvPicPr>
          <p:nvPr/>
        </p:nvPicPr>
        <p:blipFill>
          <a:blip r:embed="rId4"/>
          <a:stretch>
            <a:fillRect/>
          </a:stretch>
        </p:blipFill>
        <p:spPr>
          <a:xfrm>
            <a:off x="3262191" y="4368284"/>
            <a:ext cx="5400000" cy="1900000"/>
          </a:xfrm>
          <a:prstGeom prst="rect">
            <a:avLst/>
          </a:prstGeom>
          <a:ln w="12700">
            <a:solidFill>
              <a:srgbClr val="3FE0E0"/>
            </a:solidFill>
            <a:prstDash val="solid"/>
          </a:ln>
        </p:spPr>
      </p:pic>
      <p:sp>
        <p:nvSpPr>
          <p:cNvPr id="18" name="Caption BL">
            <a:extLst>
              <a:ext uri="{FF2B5EF4-FFF2-40B4-BE49-F238E27FC236}">
                <a16:creationId xmlns:a16="http://schemas.microsoft.com/office/drawing/2014/main" id="{645D1771-A26F-479B-6387-6B56C0A022C1}"/>
              </a:ext>
            </a:extLst>
          </p:cNvPr>
          <p:cNvSpPr/>
          <p:nvPr/>
        </p:nvSpPr>
        <p:spPr>
          <a:xfrm>
            <a:off x="3262191" y="62782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Airflow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DAG green across all tasks</a:t>
            </a:r>
          </a:p>
        </p:txBody>
      </p:sp>
      <p:sp>
        <p:nvSpPr>
          <p:cNvPr id="21" name="Footer">
            <a:extLst>
              <a:ext uri="{FF2B5EF4-FFF2-40B4-BE49-F238E27FC236}">
                <a16:creationId xmlns:a16="http://schemas.microsoft.com/office/drawing/2014/main" id="{BEA05659-B9D4-EAC0-E557-DF6D85A0B4D0}"/>
              </a:ext>
            </a:extLst>
          </p:cNvP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956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a:t>
            </a:r>
            <a:r>
              <a:rPr lang="en-US" sz="2600" b="1" dirty="0">
                <a:solidFill>
                  <a:srgbClr val="FFFFFF"/>
                </a:solidFill>
                <a:latin typeface="Calibri" pitchFamily="34" charset="0"/>
                <a:ea typeface="Calibri" pitchFamily="34" charset="-122"/>
                <a:cs typeface="Calibri" pitchFamily="34" charset="-120"/>
              </a:rPr>
              <a:t>| </a:t>
            </a: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between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342900" indent="-342900">
              <a:buSzPct val="100000"/>
              <a:buFontTx/>
              <a:buChar char="●"/>
              <a:defRPr/>
            </a:pPr>
            <a:r>
              <a:rPr lang="en-US" sz="1200" dirty="0">
                <a:solidFill>
                  <a:srgbClr val="FFFFFF"/>
                </a:solidFill>
                <a:latin typeface="Calibri" pitchFamily="34" charset="0"/>
                <a:cs typeface="Calibri" pitchFamily="34" charset="-120"/>
              </a:rPr>
              <a:t>Drop bottom-decile titles at next license cycle. Estimated annual savings: $3.13B if fully discontinued. P</a:t>
            </a:r>
          </a:p>
          <a:p>
            <a:pPr marL="342900" indent="-342900">
              <a:buSzPct val="100000"/>
              <a:buFontTx/>
              <a:buChar char="●"/>
              <a:defRPr/>
            </a:pPr>
            <a:r>
              <a:rPr lang="en-US" sz="1200" dirty="0" err="1">
                <a:solidFill>
                  <a:srgbClr val="FFFFFF"/>
                </a:solidFill>
                <a:latin typeface="Calibri" pitchFamily="34" charset="0"/>
                <a:cs typeface="Calibri" pitchFamily="34" charset="-120"/>
              </a:rPr>
              <a:t>romote</a:t>
            </a:r>
            <a:r>
              <a:rPr lang="en-US" sz="1200" dirty="0">
                <a:solidFill>
                  <a:srgbClr val="FFFFFF"/>
                </a:solidFill>
                <a:latin typeface="Calibri" pitchFamily="34" charset="0"/>
                <a:cs typeface="Calibri" pitchFamily="34" charset="-120"/>
              </a:rPr>
              <a:t> best-ROI titles in next campaign.</a:t>
            </a: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3.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predictor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extLst>
              <p:ext uri="{D42A27DB-BD31-4B8C-83A1-F6EECF244321}">
                <p14:modId xmlns:p14="http://schemas.microsoft.com/office/powerpoint/2010/main" val="2402608694"/>
              </p:ext>
            </p:extLst>
          </p:nvPr>
        </p:nvGraphicFramePr>
        <p:xfrm>
          <a:off x="457200" y="2107693"/>
          <a:ext cx="11247120" cy="2633472"/>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three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9.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1.7M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17M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170M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Lessons learned · what worked, what was hard, what we’d do differently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Reflections from a four-week build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WORKED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Single docker-compose with shared network — eliminated service-discovery friction</a:t>
            </a:r>
          </a:p>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Reusable cleaning logic applied across all 5 datasets</a:t>
            </a:r>
          </a:p>
          <a:p>
            <a:pPr marL="171450" marR="0" lvl="0" indent="-171450" algn="l" defTabSz="914400" rtl="0" eaLnBrk="1" fontAlgn="auto" latinLnBrk="0" hangingPunct="1">
              <a:lnSpc>
                <a:spcPct val="130000"/>
              </a:lnSpc>
              <a:spcBef>
                <a:spcPts val="0"/>
              </a:spcBef>
              <a:spcAft>
                <a:spcPts val="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Custom cost_per_viewing_hour metric — directly linked technical work to business value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Foundations that made the build go fast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WAS HARD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2971800"/>
            <a:ext cx="73152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misalignment between batch and streaming layers — resolved by standardizing on raw Stage 1 fields</a:t>
            </a:r>
          </a:p>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lacked session-level join key — solved with user-level aggregation</a:t>
            </a:r>
          </a:p>
          <a:p>
            <a:pPr marL="171450" marR="0" lvl="0" indent="-171450" algn="l" defTabSz="914400" rtl="0" eaLnBrk="1" fontAlgn="auto" latinLnBrk="0" hangingPunct="1">
              <a:lnSpc>
                <a:spcPct val="130000"/>
              </a:lnSpc>
              <a:spcBef>
                <a:spcPts val="0"/>
              </a:spcBef>
              <a:spcAft>
                <a:spcPts val="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Apple Silicon compatibility — required platform: linux/amd64 declaration on every service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636008" y="5440680"/>
            <a:ext cx="3154680" cy="50292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Friction we worked through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8266176" y="1828800"/>
            <a:ext cx="370332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WE’D DO DIFFERENTLY</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40496" y="2971800"/>
            <a:ext cx="731520" cy="0"/>
          </a:xfrm>
          <a:prstGeom prst="line">
            <a:avLst/>
          </a:prstGeom>
          <a:no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Define data contracts between stages on Day 1</a:t>
            </a:r>
          </a:p>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Add a second Kafka topic for alerts to demonstrate multi-topic patterns</a:t>
            </a:r>
          </a:p>
          <a:p>
            <a:pPr marL="171450" marR="0" lvl="0" indent="-171450" algn="l" defTabSz="914400" rtl="0" eaLnBrk="1" fontAlgn="auto" latinLnBrk="0" hangingPunct="1">
              <a:lnSpc>
                <a:spcPct val="130000"/>
              </a:lnSpc>
              <a:spcBef>
                <a:spcPts val="0"/>
              </a:spcBef>
              <a:spcAft>
                <a:spcPts val="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Earlier integration testing — full-stack boot before each stage owner finishes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540496" y="5440680"/>
            <a:ext cx="315468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Process changes for round two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108</TotalTime>
  <Words>5991</Words>
  <Application>Microsoft Macintosh PowerPoint</Application>
  <PresentationFormat>Widescreen</PresentationFormat>
  <Paragraphs>705</Paragraphs>
  <Slides>33</Slides>
  <Notes>33</Notes>
  <HiddenSlides>9</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2026-05-04T18:44:28Z</dcterms:modified>
</cp:coreProperties>
</file>